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5143500" cx="9144000"/>
  <p:notesSz cx="6858000" cy="9144000"/>
  <p:embeddedFontLst>
    <p:embeddedFont>
      <p:font typeface="Inter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-bold.fntdata"/><Relationship Id="rId25" Type="http://schemas.openxmlformats.org/officeDocument/2006/relationships/font" Target="fonts/Inter-regular.fntdata"/><Relationship Id="rId28" Type="http://schemas.openxmlformats.org/officeDocument/2006/relationships/font" Target="fonts/Inter-boldItalic.fntdata"/><Relationship Id="rId27" Type="http://schemas.openxmlformats.org/officeDocument/2006/relationships/font" Target="fonts/Inter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a6f6652bf6_1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a6f6652bf6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a6f6652bf6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a6f6652bf6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a6f6652bf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a6f6652bf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a6f6652bf6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a6f6652bf6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6f6652bf6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a6f6652bf6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6f6652b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6f6652b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a6f6652bf6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a6f6652bf6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a6f6652bf6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a6f6652bf6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6f6652bf6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a6f6652bf6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6f6652bf6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a6f6652bf6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a6f6652bf6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a6f6652bf6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a6f6652bf6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a6f6652bf6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a6f6652bf6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a6f6652bf6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a6f6652bf6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a6f6652bf6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6f6652bf6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6f6652bf6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a6f6652bf6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a6f6652bf6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a6f6652bf6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a6f6652bf6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6f6652bf6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a6f6652bf6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408750"/>
            <a:ext cx="9144003" cy="4121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3300" y="-42575"/>
            <a:ext cx="9382574" cy="523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8225" y="1302900"/>
            <a:ext cx="5883802" cy="347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" y="0"/>
            <a:ext cx="9143997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1"/>
          <p:cNvSpPr txBox="1"/>
          <p:nvPr/>
        </p:nvSpPr>
        <p:spPr>
          <a:xfrm>
            <a:off x="1223522" y="1958766"/>
            <a:ext cx="6440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8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Thank You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