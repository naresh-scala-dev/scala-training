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Inter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Inter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6f6652bf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6f6652bf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6f6652bf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a6f6652bf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6f6652bf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6f6652bf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6f6652bf6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6f6652bf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6f6652bf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6f6652bf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6f6652bf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6f6652bf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6f6652bf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6f6652bf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6f6652bf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6f6652bf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6f6652bf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6f6652bf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6f6652bf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6f6652bf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6f6652bf6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6f6652bf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6f6652bf6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6f6652bf6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6f6652bf6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6f6652bf6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6f6652bf6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6f6652bf6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6f6652bf6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6f6652bf6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6f6652bf6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6f6652bf6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6f6652bf6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6f6652bf6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6f6652bf6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6f6652bf6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6f6652bf6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6f6652bf6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6f6652bf6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6f6652bf6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6f6652bf6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6f6652bf6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3300" y="-42575"/>
            <a:ext cx="9382574" cy="523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500"/>
            <a:ext cx="9190149" cy="5169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225" y="1302900"/>
            <a:ext cx="5883802" cy="347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08750"/>
            <a:ext cx="9144003" cy="4121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4"/>
          <p:cNvSpPr txBox="1"/>
          <p:nvPr/>
        </p:nvSpPr>
        <p:spPr>
          <a:xfrm>
            <a:off x="1223522" y="1958766"/>
            <a:ext cx="6440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8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Thank You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