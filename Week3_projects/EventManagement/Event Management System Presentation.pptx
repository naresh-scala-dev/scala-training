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Urbanist" panose="020B0A04040200000203" pitchFamily="34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3"/>
  </p:normalViewPr>
  <p:slideViewPr>
    <p:cSldViewPr snapToGrid="0">
      <p:cViewPr varScale="1">
        <p:scale>
          <a:sx n="102" d="100"/>
          <a:sy n="102" d="100"/>
        </p:scale>
        <p:origin x="9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1000" y="1339448"/>
            <a:ext cx="80010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Event Management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Service Coordination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02285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microservice-based architecture for automated event planning and team coordination.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114627"/>
            <a:ext cx="7620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Naresh Nagula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03920"/>
            <a:ext cx="528637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79442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Managing events involves complex coordination between multiple teams (Catering, Logistics, Decor). Manual processes often lead to: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22317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Communication Gaps: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Instructions are lost in emails or calls.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397564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Missed Deadlines: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Lack of automated reminders causes delays.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472812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Reactive Management: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Issues are identified too late to fix efficiently.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548059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Limited Visibility: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Managers lack a real-time view of progress.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1062" y="308029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282100" y="4318545"/>
            <a:ext cx="339042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Critical Coordination Failures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07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232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757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28220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3045"/>
            <a:ext cx="34924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23045"/>
            <a:ext cx="3492549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23045"/>
            <a:ext cx="34924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32803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Centralized Platform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91849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unified interface for creating events, managing guest lists, and assigning specific tasks to service teams.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644925" y="328032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Automation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4925" y="39184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workflow that distributes tasks, sets deadlines, and triggers reminders without manual intervention.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22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423225" y="32803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Proactive Alerts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23225" y="391849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issue escalation ensuring the event manager is notified immediately if any team reports a delay.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265167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97325" y="265167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6575" y="265167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Proposed Solution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825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210874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is built on a robust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Microservices Architecture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ensure scalability and reliability.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323269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Manager Interface for control.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368037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Layer (Play):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Handles RESTful requests.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12804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Service 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Core business logic.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57572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Messaging (Kafka):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Async communication.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57250" y="502339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Notification (Akka):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Alert management.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547107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Storage (MySQL):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Data persistence.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803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79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756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233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710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186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3550" y="237450"/>
            <a:ext cx="6064525" cy="62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3045"/>
            <a:ext cx="34924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23045"/>
            <a:ext cx="3492549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23045"/>
            <a:ext cx="34924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66775" y="32803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Event Service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391849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Manages event lifecycles, team assignments, and task tracking. Exposes REST APIs for the frontend application.</a:t>
            </a:r>
            <a:endParaRPr/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4644925" y="328032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Notification Service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44925" y="39184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Powered by Akka Actors. Consumes events to schedule preparation reminders and send real-time issue alerts.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225" y="2518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8423225" y="32803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Kafka Broker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423225" y="391849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Decouples services to ensure that alerts are never lost, even if the notification service is temporarily busy.</a:t>
            </a:r>
            <a:endParaRPr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9175" y="265167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8275" y="265167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18475" y="265167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Components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 t="-1050" b="1049"/>
          <a:stretch/>
        </p:blipFill>
        <p:spPr>
          <a:xfrm>
            <a:off x="0" y="-1421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070" y="31517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1230778" y="3913733"/>
            <a:ext cx="67008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Define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4342358"/>
            <a:ext cx="19887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Manager creates event &amp; assigns teams.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5085" y="31517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3435786" y="3913733"/>
            <a:ext cx="79009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Process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2840235" y="4342358"/>
            <a:ext cx="1981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Service validates &amp; stores data.</a:t>
            </a:r>
            <a:endParaRPr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101" y="31517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30805" y="3913733"/>
            <a:ext cx="73009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Publish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101530" y="4342358"/>
            <a:ext cx="19887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Task event pushed to Kafka topic.</a:t>
            </a:r>
            <a:endParaRPr/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5116" y="31517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8025824" y="3913733"/>
            <a:ext cx="67008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Notify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432178" y="4342358"/>
            <a:ext cx="1857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Akka sends emails to vendors.</a:t>
            </a:r>
            <a:endParaRPr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0131" y="315173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0305841" y="3913733"/>
            <a:ext cx="64008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5. Track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825781" y="4342358"/>
            <a:ext cx="1600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Real-time status updates.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7233" y="332318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6535" y="332318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95838" y="332318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46566" y="332318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97294" y="3323183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Workflow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825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6334125" y="236592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Relational Schema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334125" y="286122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Optimized 3NF schema design for data integrity.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619875" y="368037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Events: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Stores type, date, and guest count.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619875" y="412804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Role-based access (Manager, Team).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619875" y="457572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Tasks: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Links specific teams to events with deadlines.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19875" y="502339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Notifications: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Logs of all sent alerts.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Database Design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7279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17567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233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07102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575" y="1549575"/>
            <a:ext cx="5550700" cy="497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825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243735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Operational Results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2932658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successfully handles end-to-end flows via secure REST Endpoints.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57250" y="4056608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Task Creation: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Verified API response with unique IDs.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57250" y="4504283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Authentication: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Secure JWT token generation.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57250" y="4951958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Asynchronous Logs: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Confirmed Kafka event consumption.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&amp; System Output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0423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5190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9958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6">
            <a:alphaModFix/>
          </a:blip>
          <a:srcRect b="53240"/>
          <a:stretch/>
        </p:blipFill>
        <p:spPr>
          <a:xfrm>
            <a:off x="6280100" y="1819225"/>
            <a:ext cx="5550700" cy="400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5445"/>
            <a:ext cx="34924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75445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75445"/>
            <a:ext cx="34924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866775" y="34327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JWT Authentication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66775" y="407089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Stateless authentication mechanism ensuring secure API access for the Event Manager.</a:t>
            </a:r>
            <a:endParaRPr/>
          </a:p>
        </p:txBody>
      </p:sp>
      <p:pic>
        <p:nvPicPr>
          <p:cNvPr id="247" name="Google Shape;24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4644925" y="343272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Authorization (RBAC)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4644925" y="407089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Strict Role-Based Access Control. Only Managers can assign tasks; Vendors act on them.</a:t>
            </a:r>
            <a:endParaRPr/>
          </a:p>
        </p:txBody>
      </p:sp>
      <p:pic>
        <p:nvPicPr>
          <p:cNvPr id="250" name="Google Shape;25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225" y="26707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8423225" y="3432720"/>
            <a:ext cx="304694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Data Encryption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423225" y="407089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 communication channels are secured via HTTPS to protect sensitive client and event data.</a:t>
            </a:r>
            <a:endParaRPr/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0125" y="280407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40175" y="280407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5625" y="280407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571500" y="476250"/>
            <a:ext cx="116014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 Implementation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571500" y="1169640"/>
            <a:ext cx="11049000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1133475" y="2236440"/>
            <a:ext cx="380047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3360390"/>
            <a:ext cx="4924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Event Management Service Coordination System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Macintosh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Urbanist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SanjeevKumar  </cp:lastModifiedBy>
  <cp:revision>1</cp:revision>
  <dcterms:modified xsi:type="dcterms:W3CDTF">2025-11-23T19:47:10Z</dcterms:modified>
</cp:coreProperties>
</file>