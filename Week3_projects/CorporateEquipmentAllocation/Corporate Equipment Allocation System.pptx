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00503000000020004" pitchFamily="2" charset="0"/>
      <p:regular r:id="rId18"/>
      <p:bold r:id="rId19"/>
      <p:italic r:id="rId20"/>
      <p:boldItalic r:id="rId21"/>
    </p:embeddedFont>
    <p:embeddedFont>
      <p:font typeface="Space Grotesk" pitchFamily="2" charset="77"/>
      <p:regular r:id="rId22"/>
      <p:bold r:id="rId23"/>
    </p:embeddedFont>
    <p:embeddedFont>
      <p:font typeface="Urbanist" panose="020B0A04040200000203" pitchFamily="34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9841"/>
  </p:normalViewPr>
  <p:slideViewPr>
    <p:cSldViewPr snapToGrid="0">
      <p:cViewPr varScale="1">
        <p:scale>
          <a:sx n="97" d="100"/>
          <a:sy n="97" d="100"/>
        </p:scale>
        <p:origin x="9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5534" y="1591754"/>
            <a:ext cx="7420927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Corporate Equipment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Allocation &amp; Tracking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890834" y="3713317"/>
            <a:ext cx="64103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ASSET MANAGEMENT SYSTEM | V1.0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21A0C-AD54-4364-B489-8E9E0D287138}"/>
              </a:ext>
            </a:extLst>
          </p:cNvPr>
          <p:cNvSpPr txBox="1"/>
          <p:nvPr/>
        </p:nvSpPr>
        <p:spPr>
          <a:xfrm>
            <a:off x="4863548" y="4527582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F8FAFC"/>
                </a:solidFill>
                <a:effectLst/>
                <a:latin typeface="Times New Roman" panose="02020603050405020304" pitchFamily="18" charset="0"/>
              </a:rPr>
              <a:t>Presented by: Naresh </a:t>
            </a:r>
            <a:r>
              <a:rPr lang="en-US" sz="1400" b="1" i="0" u="none" strike="noStrike" dirty="0" err="1">
                <a:solidFill>
                  <a:srgbClr val="F8FAFC"/>
                </a:solidFill>
                <a:effectLst/>
                <a:latin typeface="Times New Roman" panose="02020603050405020304" pitchFamily="18" charset="0"/>
              </a:rPr>
              <a:t>Nagula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17440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09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7037" y="239515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239824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Issues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962775" y="2371725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Impact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2857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68717" y="279481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tracking leads to human error and data loss.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3609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68717" y="3546067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Delays in equipment allocation impact employee productivity.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47750" y="43624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4289049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Lack of visibility into inventory status and equipment condition.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51149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52525" y="5055554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automated reminders for overdue returns.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877050" y="283431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981825" y="2795628"/>
            <a:ext cx="4267200" cy="2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Increased operational costs due to lost assets.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877050" y="328198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81825" y="32157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Inefficient workflow for reception and maintenance teams.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877050" y="403446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29437" y="39681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Difficulty in auditing and compliance.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5619750" y="25527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160633" y="2876550"/>
            <a:ext cx="5870733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Solution &amp; Approach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095750" y="38862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Microservices-Based Automated Platform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47825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62425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162425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4445343"/>
            <a:ext cx="6762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1943100"/>
            <a:ext cx="714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1943100"/>
            <a:ext cx="5905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4457700"/>
            <a:ext cx="714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9650" y="21240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77025" y="21240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09650" y="46386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Solution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771650" y="1943100"/>
            <a:ext cx="40805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Automated Tracking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771650" y="247650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Streamlined digital logs for every allocation and return event, ensuring 100% accountability.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315200" y="1943100"/>
            <a:ext cx="42105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Notifications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315200" y="2476500"/>
            <a:ext cx="40100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automated alerts for overdue items and maintenance requests via Kafka &amp; Akka.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771650" y="4457700"/>
            <a:ext cx="40805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Role-Based Access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771650" y="4991100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portals for Admin, Reception, Inventory, and Maintenance teams with specific privileges.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400925" y="4457700"/>
            <a:ext cx="41205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Inventory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400925" y="4991100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 visibility into asset availability, condition status, and user allocation history.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6DE23C-1B1A-0A36-2118-8D7E2A24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867" y="4588218"/>
            <a:ext cx="4572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311104"/>
            <a:ext cx="12192000" cy="2546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95275" y="509588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High-Level Architecture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447933" y="123797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Event-Driven Microservices Design</a:t>
            </a:r>
            <a:endParaRPr dirty="0"/>
          </a:p>
        </p:txBody>
      </p:sp>
      <p:pic>
        <p:nvPicPr>
          <p:cNvPr id="2" name="image31.png">
            <a:extLst>
              <a:ext uri="{FF2B5EF4-FFF2-40B4-BE49-F238E27FC236}">
                <a16:creationId xmlns:a16="http://schemas.microsoft.com/office/drawing/2014/main" id="{1394FE01-EC4D-7DD8-12F3-858580832A5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200135" y="1101566"/>
            <a:ext cx="5943600" cy="5177697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1235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21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Workflow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1702594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Operational Logic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819150" y="2633662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52500" y="2546778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Request: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Reception initiates allocation via Frontend.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781050" y="3081337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52500" y="2994453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Play API validates user and equipment status.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81050" y="3833812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52500" y="374692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Service Layer updates MySQL Database.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81049" y="4586287"/>
            <a:ext cx="28446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952500" y="4499403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Allocation event published to Kafka topic.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90575" y="5033962"/>
            <a:ext cx="28446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952500" y="494707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Akka Notification Service consumes event and triggers email/alert.</a:t>
            </a:r>
            <a:endParaRPr/>
          </a:p>
        </p:txBody>
      </p:sp>
      <p:pic>
        <p:nvPicPr>
          <p:cNvPr id="2" name="image14.png">
            <a:extLst>
              <a:ext uri="{FF2B5EF4-FFF2-40B4-BE49-F238E27FC236}">
                <a16:creationId xmlns:a16="http://schemas.microsoft.com/office/drawing/2014/main" id="{CF25F91E-1AA1-110A-5988-9C075039878F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1400175"/>
            <a:ext cx="5524499" cy="5276197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09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33954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Microservices Strategy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129665" y="238125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Allocation Service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6939915" y="2329249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Notification Service</a:t>
            </a:r>
            <a:endParaRPr dirty="0"/>
          </a:p>
        </p:txBody>
      </p:sp>
      <p:sp>
        <p:nvSpPr>
          <p:cNvPr id="189" name="Google Shape;189;p19"/>
          <p:cNvSpPr txBox="1"/>
          <p:nvPr/>
        </p:nvSpPr>
        <p:spPr>
          <a:xfrm>
            <a:off x="1047750" y="2857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52525" y="279481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on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Play Framework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1047750" y="3305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152525" y="324249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Handles REST API requests for CRUD operations.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047750" y="40576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152525" y="399496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Manages business logic for eligibility and availability.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47750" y="48101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152525" y="474744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interaction with MySQL Persistence layer.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835140" y="30489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6939915" y="2932799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Powered by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Akka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Actors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9" name="Google Shape;199;p19"/>
          <p:cNvSpPr txBox="1"/>
          <p:nvPr/>
        </p:nvSpPr>
        <p:spPr>
          <a:xfrm>
            <a:off x="6835140" y="349657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939915" y="3380474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Asynchronous message processing.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835140" y="394425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39915" y="3828149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Consumes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Kafka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topics for reliable delivery.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835140" y="4391926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939915" y="4275824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Schedulers for periodic overdue reminders.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" y="2524511"/>
            <a:ext cx="26193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2514600"/>
            <a:ext cx="26193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5291" y="2514600"/>
            <a:ext cx="26193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10650" y="2514600"/>
            <a:ext cx="26193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66875" y="21336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48187" y="21336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34250" y="21336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20312" y="2133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Implementation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16041" y="2609850"/>
            <a:ext cx="23302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</a:t>
            </a:r>
            <a:endParaRPr dirty="0"/>
          </a:p>
        </p:txBody>
      </p:sp>
      <p:sp>
        <p:nvSpPr>
          <p:cNvPr id="222" name="Google Shape;222;p20"/>
          <p:cNvSpPr txBox="1"/>
          <p:nvPr/>
        </p:nvSpPr>
        <p:spPr>
          <a:xfrm>
            <a:off x="771525" y="3143250"/>
            <a:ext cx="2219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Functional programming for robust, concise, and type-safe backend logic.</a:t>
            </a:r>
            <a:endParaRPr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3525916" y="2609850"/>
            <a:ext cx="23302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581400" y="3143250"/>
            <a:ext cx="2219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Reactive web framework for building scalable, non-blocking REST APIs.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335791" y="2609850"/>
            <a:ext cx="23302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Akka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391275" y="3143250"/>
            <a:ext cx="2219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Actor model for handling high-concurrency tasks and fault tolerance.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145666" y="2609850"/>
            <a:ext cx="23302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Kafka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201150" y="3143250"/>
            <a:ext cx="2219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Distributed event streaming to decouple services and ensure data consistency.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 Schema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519862" y="2576513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Entities</a:t>
            </a:r>
            <a:endParaRPr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6467475" y="3143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72250" y="3034484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Stores employee details, roles (Admin, Reception, etc.), and authentication credentials.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467475" y="3895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72250" y="3786959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Equipment: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Catalog of assets (Laptops, Projectors) with status (Available, Allocated, Damaged).</a:t>
            </a:r>
            <a:endParaRPr dirty="0"/>
          </a:p>
        </p:txBody>
      </p:sp>
      <p:sp>
        <p:nvSpPr>
          <p:cNvPr id="243" name="Google Shape;243;p21"/>
          <p:cNvSpPr txBox="1"/>
          <p:nvPr/>
        </p:nvSpPr>
        <p:spPr>
          <a:xfrm>
            <a:off x="6467475" y="4648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572250" y="4539434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Allocations: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Transactional table linking Users and Equipment, tracking dates and return conditions.</a:t>
            </a:r>
            <a:endParaRPr dirty="0"/>
          </a:p>
        </p:txBody>
      </p:sp>
      <p:pic>
        <p:nvPicPr>
          <p:cNvPr id="2" name="image12.png">
            <a:extLst>
              <a:ext uri="{FF2B5EF4-FFF2-40B4-BE49-F238E27FC236}">
                <a16:creationId xmlns:a16="http://schemas.microsoft.com/office/drawing/2014/main" id="{21C9CB1C-306C-D342-DBDE-55AE31BB97C4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71500" y="1601745"/>
            <a:ext cx="5238750" cy="493712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47825"/>
            <a:ext cx="523875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962" y="233362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3717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&amp; Access Control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1110189" y="232126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Authentication</a:t>
            </a:r>
            <a:endParaRPr dirty="0"/>
          </a:p>
        </p:txBody>
      </p:sp>
      <p:sp>
        <p:nvSpPr>
          <p:cNvPr id="257" name="Google Shape;257;p22"/>
          <p:cNvSpPr txBox="1"/>
          <p:nvPr/>
        </p:nvSpPr>
        <p:spPr>
          <a:xfrm>
            <a:off x="842962" y="30099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JWT (JSON Web Tokens)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stateless authentication ensures secure API access without server-side session storage.</a:t>
            </a:r>
            <a:endParaRPr dirty="0"/>
          </a:p>
        </p:txBody>
      </p:sp>
      <p:sp>
        <p:nvSpPr>
          <p:cNvPr id="258" name="Google Shape;258;p22"/>
          <p:cNvSpPr txBox="1"/>
          <p:nvPr/>
        </p:nvSpPr>
        <p:spPr>
          <a:xfrm>
            <a:off x="7225665" y="236220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Authorization</a:t>
            </a:r>
            <a:endParaRPr dirty="0"/>
          </a:p>
        </p:txBody>
      </p:sp>
      <p:sp>
        <p:nvSpPr>
          <p:cNvPr id="259" name="Google Shape;259;p22"/>
          <p:cNvSpPr txBox="1"/>
          <p:nvPr/>
        </p:nvSpPr>
        <p:spPr>
          <a:xfrm>
            <a:off x="6772275" y="2895214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RBAC (Role-Based Access Control)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restricts endpoints: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858000" y="3810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962775" y="3695314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Full System Control.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858000" y="4257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962775" y="4142989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Reception: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Allocate/Return.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858000" y="4705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962775" y="4590664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Inventory: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Read-only monitoring.</a:t>
            </a:r>
            <a:endParaRPr dirty="0"/>
          </a:p>
        </p:txBody>
      </p:sp>
      <p:sp>
        <p:nvSpPr>
          <p:cNvPr id="266" name="Google Shape;266;p22"/>
          <p:cNvSpPr txBox="1"/>
          <p:nvPr/>
        </p:nvSpPr>
        <p:spPr>
          <a:xfrm>
            <a:off x="6858000" y="5153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962775" y="5038339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Maintenance: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Repair status updates.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E333D8-F017-2D45-FBE2-D753D545A12C}"/>
              </a:ext>
            </a:extLst>
          </p:cNvPr>
          <p:cNvSpPr txBox="1"/>
          <p:nvPr/>
        </p:nvSpPr>
        <p:spPr>
          <a:xfrm>
            <a:off x="2743201" y="3861355"/>
            <a:ext cx="62020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94A3B8"/>
                </a:solidFill>
                <a:effectLst/>
                <a:latin typeface="Urbanist" panose="020B0A04040200000203" pitchFamily="34" charset="77"/>
              </a:rPr>
              <a:t>CORPORATE EQUIPMENT ALLOCATION &amp; TRACKING SYSTEM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4BA67-1855-D0D1-AED1-EFDFDDE10A9C}"/>
              </a:ext>
            </a:extLst>
          </p:cNvPr>
          <p:cNvSpPr txBox="1"/>
          <p:nvPr/>
        </p:nvSpPr>
        <p:spPr>
          <a:xfrm>
            <a:off x="2570922" y="2996645"/>
            <a:ext cx="6202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solidFill>
                  <a:srgbClr val="F8FAFC"/>
                </a:solidFill>
                <a:effectLst/>
                <a:latin typeface="Urbanist" panose="020B0A04040200000203" pitchFamily="34" charset="77"/>
              </a:rPr>
              <a:t>Thank You</a:t>
            </a:r>
            <a:endParaRPr lang="en-US" sz="2800" b="0" dirty="0">
              <a:effectLst/>
            </a:endParaRPr>
          </a:p>
          <a:p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475</Words>
  <Application>Microsoft Macintosh PowerPoint</Application>
  <PresentationFormat>Widescreen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Urbanist</vt:lpstr>
      <vt:lpstr>Inter</vt:lpstr>
      <vt:lpstr>Space Grotesk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SanjeevKumar  </cp:lastModifiedBy>
  <cp:revision>13</cp:revision>
  <dcterms:modified xsi:type="dcterms:W3CDTF">2025-11-23T19:51:48Z</dcterms:modified>
</cp:coreProperties>
</file>